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70" r:id="rId4"/>
    <p:sldId id="258" r:id="rId5"/>
    <p:sldId id="269" r:id="rId6"/>
    <p:sldId id="271" r:id="rId7"/>
    <p:sldId id="272" r:id="rId8"/>
    <p:sldId id="262" r:id="rId9"/>
    <p:sldId id="263" r:id="rId10"/>
    <p:sldId id="267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C153C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1" autoAdjust="0"/>
    <p:restoredTop sz="94493" autoAdjust="0"/>
  </p:normalViewPr>
  <p:slideViewPr>
    <p:cSldViewPr>
      <p:cViewPr>
        <p:scale>
          <a:sx n="125" d="100"/>
          <a:sy n="125" d="100"/>
        </p:scale>
        <p:origin x="1098" y="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BEB697-C886-4DCB-8917-14F372965E78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49D3A-3AA7-40CC-AEB1-1E3F46B760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49D3A-3AA7-40CC-AEB1-1E3F46B7601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710FC6A-BCBB-436F-BB8E-68065C5495F2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8E3E94A-081D-42DA-8436-D6AA0803F07D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642910" y="1714488"/>
            <a:ext cx="7500990" cy="242887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GOOGLE GEMINI POWERED LEARNING ASSISTANT 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214290"/>
            <a:ext cx="8519952" cy="5884758"/>
          </a:xfrm>
          <a:solidFill>
            <a:schemeClr val="bg1"/>
          </a:solidFill>
        </p:spPr>
        <p:txBody>
          <a:bodyPr>
            <a:normAutofit/>
          </a:bodyPr>
          <a:lstStyle/>
          <a:p>
            <a:endParaRPr lang="en-US" dirty="0" smtClean="0"/>
          </a:p>
          <a:p>
            <a:pPr>
              <a:buNone/>
            </a:pPr>
            <a:r>
              <a:rPr lang="en-US" sz="4200" dirty="0" smtClean="0"/>
              <a:t>                      I. Prerequisites</a:t>
            </a:r>
          </a:p>
          <a:p>
            <a:r>
              <a:rPr lang="en-US" sz="2200" i="1" dirty="0" smtClean="0"/>
              <a:t>The following requirements are needed to develop this project.</a:t>
            </a:r>
          </a:p>
          <a:p>
            <a:r>
              <a:rPr lang="en-US" sz="2200" i="1" dirty="0" smtClean="0"/>
              <a:t>A. Hardware Requirements</a:t>
            </a:r>
          </a:p>
          <a:p>
            <a:r>
              <a:rPr lang="en-US" sz="2200" i="1" dirty="0" smtClean="0"/>
              <a:t>Computer or laptop</a:t>
            </a:r>
          </a:p>
          <a:p>
            <a:r>
              <a:rPr lang="en-US" sz="2200" i="1" dirty="0" smtClean="0"/>
              <a:t>Minimum 4 GB RAM (8 GB recommended)</a:t>
            </a:r>
          </a:p>
          <a:p>
            <a:r>
              <a:rPr lang="en-US" sz="2200" i="1" dirty="0" smtClean="0"/>
              <a:t>Internet connection</a:t>
            </a:r>
          </a:p>
          <a:p>
            <a:r>
              <a:rPr lang="en-US" sz="2200" i="1" dirty="0" smtClean="0"/>
              <a:t>Smartphone (optional)</a:t>
            </a:r>
          </a:p>
          <a:p>
            <a:r>
              <a:rPr lang="en-US" sz="2200" i="1" dirty="0" smtClean="0"/>
              <a:t>B. Software Requirements</a:t>
            </a:r>
          </a:p>
          <a:p>
            <a:r>
              <a:rPr lang="en-US" sz="2200" i="1" dirty="0" smtClean="0"/>
              <a:t>Programming Language: Python</a:t>
            </a:r>
          </a:p>
          <a:p>
            <a:r>
              <a:rPr lang="en-US" sz="2200" i="1" dirty="0" smtClean="0"/>
              <a:t>AI Model: Google Gemini API</a:t>
            </a:r>
            <a:endParaRPr lang="en-US" sz="2200" i="1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571480"/>
            <a:ext cx="8229600" cy="5753121"/>
          </a:xfrm>
        </p:spPr>
        <p:txBody>
          <a:bodyPr>
            <a:normAutofit/>
          </a:bodyPr>
          <a:lstStyle/>
          <a:p>
            <a:r>
              <a:rPr lang="en-US" sz="2800" i="1" dirty="0" smtClean="0"/>
              <a:t>Frontend: HTML, CSS, JavaScript or </a:t>
            </a:r>
            <a:r>
              <a:rPr lang="en-US" sz="2800" i="1" dirty="0" err="1" smtClean="0"/>
              <a:t>Streamlit</a:t>
            </a:r>
            <a:endParaRPr lang="en-US" sz="2800" i="1" dirty="0" smtClean="0"/>
          </a:p>
          <a:p>
            <a:r>
              <a:rPr lang="en-US" sz="2800" i="1" dirty="0" smtClean="0"/>
              <a:t>Backend: Python and Flask (optional if using </a:t>
            </a:r>
            <a:r>
              <a:rPr lang="en-US" sz="2800" i="1" dirty="0" err="1" smtClean="0"/>
              <a:t>Streamlit</a:t>
            </a:r>
            <a:r>
              <a:rPr lang="en-US" sz="2800" i="1" dirty="0" smtClean="0"/>
              <a:t>)</a:t>
            </a:r>
          </a:p>
          <a:p>
            <a:r>
              <a:rPr lang="en-US" sz="2800" i="1" dirty="0" smtClean="0"/>
              <a:t>Development Environment: Visual Studio Code or Google </a:t>
            </a:r>
            <a:r>
              <a:rPr lang="en-US" sz="2800" i="1" dirty="0" err="1" smtClean="0"/>
              <a:t>Colab</a:t>
            </a:r>
            <a:endParaRPr lang="en-US" sz="2800" i="1" dirty="0" smtClean="0"/>
          </a:p>
          <a:p>
            <a:r>
              <a:rPr lang="en-US" sz="2800" i="1" dirty="0" smtClean="0"/>
              <a:t>Database: </a:t>
            </a:r>
            <a:r>
              <a:rPr lang="en-US" sz="2800" i="1" dirty="0" err="1" smtClean="0"/>
              <a:t>SQLite</a:t>
            </a:r>
            <a:r>
              <a:rPr lang="en-US" sz="2800" i="1" dirty="0" smtClean="0"/>
              <a:t> or Firebase (optional)</a:t>
            </a:r>
          </a:p>
          <a:p>
            <a:r>
              <a:rPr lang="en-US" sz="2800" i="1" dirty="0" smtClean="0"/>
              <a:t>Web Browser: Google Chrome</a:t>
            </a:r>
          </a:p>
          <a:p>
            <a:r>
              <a:rPr lang="en-US" sz="2800" i="1" dirty="0" smtClean="0"/>
              <a:t>API Access: Google AI Studio</a:t>
            </a:r>
          </a:p>
          <a:p>
            <a:r>
              <a:rPr lang="en-US" sz="2800" i="1" dirty="0" smtClean="0"/>
              <a:t>C. Technical Knowledge</a:t>
            </a:r>
          </a:p>
          <a:p>
            <a:r>
              <a:rPr lang="en-US" sz="2800" i="1" dirty="0" smtClean="0"/>
              <a:t>Basic Python programming</a:t>
            </a:r>
          </a:p>
          <a:p>
            <a:r>
              <a:rPr lang="en-US" sz="2800" i="1" dirty="0" smtClean="0"/>
              <a:t>Basic HTML and CSS</a:t>
            </a:r>
          </a:p>
          <a:p>
            <a:pPr>
              <a:buNone/>
            </a:pPr>
            <a:endParaRPr lang="en-US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14313" y="214313"/>
            <a:ext cx="8929687" cy="6072187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11200" dirty="0" smtClean="0"/>
              <a:t>                                II. Project Workflow      </a:t>
            </a:r>
            <a:endParaRPr lang="en-US" sz="12800" dirty="0" smtClean="0"/>
          </a:p>
          <a:p>
            <a:pPr>
              <a:buNone/>
            </a:pPr>
            <a:endParaRPr lang="en-US" sz="4200" dirty="0" smtClean="0"/>
          </a:p>
          <a:p>
            <a:pPr>
              <a:buNone/>
            </a:pPr>
            <a:r>
              <a:rPr lang="en-US" sz="14400" dirty="0" smtClean="0"/>
              <a:t> </a:t>
            </a:r>
            <a:r>
              <a:rPr lang="en-US" sz="9600" i="1" dirty="0" smtClean="0"/>
              <a:t>The project follows these steps:</a:t>
            </a:r>
          </a:p>
          <a:p>
            <a:pPr>
              <a:lnSpc>
                <a:spcPct val="320000"/>
              </a:lnSpc>
              <a:buNone/>
            </a:pPr>
            <a:r>
              <a:rPr lang="en-US" sz="4900" i="1" dirty="0" smtClean="0"/>
              <a:t> Step 1: User Login                                                                                                                                       </a:t>
            </a:r>
          </a:p>
          <a:p>
            <a:pPr>
              <a:lnSpc>
                <a:spcPct val="320000"/>
              </a:lnSpc>
              <a:buNone/>
            </a:pPr>
            <a:r>
              <a:rPr lang="en-US" sz="4900" i="1" dirty="0" smtClean="0"/>
              <a:t>      Student open the learning assistant application. </a:t>
            </a:r>
          </a:p>
          <a:p>
            <a:pPr>
              <a:lnSpc>
                <a:spcPct val="320000"/>
              </a:lnSpc>
              <a:buNone/>
            </a:pPr>
            <a:r>
              <a:rPr lang="en-US" sz="4900" i="1" dirty="0" smtClean="0"/>
              <a:t>       Students log in or register if authentication is enabled.</a:t>
            </a:r>
          </a:p>
          <a:p>
            <a:pPr>
              <a:buNone/>
            </a:pPr>
            <a:r>
              <a:rPr lang="en-US" sz="4900" i="1" dirty="0" smtClean="0"/>
              <a:t> Step 2: Enter a Question</a:t>
            </a:r>
          </a:p>
          <a:p>
            <a:pPr>
              <a:buNone/>
            </a:pPr>
            <a:endParaRPr lang="en-US" sz="4900" i="1" dirty="0" smtClean="0"/>
          </a:p>
          <a:p>
            <a:pPr>
              <a:buNone/>
            </a:pPr>
            <a:r>
              <a:rPr lang="en-US" sz="4900" i="1" dirty="0" smtClean="0"/>
              <a:t>     Students type a question or enter a topic they want to.</a:t>
            </a:r>
          </a:p>
          <a:p>
            <a:pPr>
              <a:buNone/>
            </a:pPr>
            <a:endParaRPr lang="en-US" sz="4900" i="1" dirty="0" smtClean="0"/>
          </a:p>
          <a:p>
            <a:pPr>
              <a:buNone/>
            </a:pPr>
            <a:r>
              <a:rPr lang="en-US" sz="4900" i="1" dirty="0" smtClean="0"/>
              <a:t>     They can also provide study materials for summarization.</a:t>
            </a:r>
          </a:p>
          <a:p>
            <a:pPr>
              <a:buNone/>
            </a:pPr>
            <a:endParaRPr lang="en-US" sz="4900" dirty="0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596" y="1000108"/>
            <a:ext cx="642940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i="1" dirty="0" smtClean="0"/>
              <a:t>Step 3: Process for </a:t>
            </a:r>
            <a:r>
              <a:rPr lang="en-US" i="1" dirty="0" err="1" smtClean="0"/>
              <a:t>processingnput</a:t>
            </a:r>
            <a:endParaRPr lang="en-US" i="1" dirty="0" smtClean="0"/>
          </a:p>
          <a:p>
            <a:pPr>
              <a:buNone/>
            </a:pPr>
            <a:endParaRPr lang="en-US" i="1" dirty="0" smtClean="0"/>
          </a:p>
          <a:p>
            <a:r>
              <a:rPr lang="en-US" i="1" dirty="0" smtClean="0"/>
              <a:t>    The application receives the student's question.</a:t>
            </a:r>
          </a:p>
          <a:p>
            <a:endParaRPr lang="en-US" i="1" dirty="0" smtClean="0"/>
          </a:p>
          <a:p>
            <a:r>
              <a:rPr lang="en-US" i="1" dirty="0" smtClean="0"/>
              <a:t>    The input is sent to the backend</a:t>
            </a:r>
            <a:r>
              <a:rPr lang="en-US" dirty="0" smtClean="0"/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428596" y="2374470"/>
            <a:ext cx="64294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i="1" dirty="0" smtClean="0"/>
              <a:t>Step 4: Gemini AI Integration</a:t>
            </a:r>
          </a:p>
          <a:p>
            <a:pPr>
              <a:buNone/>
            </a:pPr>
            <a:endParaRPr lang="en-US" i="1" dirty="0" smtClean="0"/>
          </a:p>
          <a:p>
            <a:r>
              <a:rPr lang="en-US" i="1" dirty="0" smtClean="0"/>
              <a:t>       The backend sends the question to the Google Gemini API.</a:t>
            </a:r>
          </a:p>
          <a:p>
            <a:endParaRPr lang="en-US" i="1" dirty="0" smtClean="0"/>
          </a:p>
          <a:p>
            <a:r>
              <a:rPr lang="en-US" i="1" dirty="0" smtClean="0"/>
              <a:t>       AI analyzes the question and </a:t>
            </a:r>
            <a:r>
              <a:rPr lang="en-US" dirty="0" smtClean="0"/>
              <a:t>generates a response.</a:t>
            </a:r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2844" y="714356"/>
            <a:ext cx="864399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 Project Workflow Diagram</a:t>
            </a:r>
          </a:p>
          <a:p>
            <a:endParaRPr lang="en-US" sz="2800" i="1" dirty="0" smtClean="0"/>
          </a:p>
          <a:p>
            <a:pPr>
              <a:buNone/>
            </a:pPr>
            <a:endParaRPr lang="en-US" dirty="0" smtClean="0"/>
          </a:p>
          <a:p>
            <a:r>
              <a:rPr lang="en-US" i="1" dirty="0" smtClean="0"/>
              <a:t>Epic 1: Model Selection and Architecture</a:t>
            </a:r>
            <a:endParaRPr lang="en-US" b="1" i="1" dirty="0" smtClean="0">
              <a:solidFill>
                <a:srgbClr val="CC0066"/>
              </a:solidFill>
            </a:endParaRPr>
          </a:p>
          <a:p>
            <a:endParaRPr lang="en-US" dirty="0" smtClean="0"/>
          </a:p>
          <a:p>
            <a:r>
              <a:rPr lang="en-US" i="1" dirty="0" smtClean="0"/>
              <a:t>Epic 2: Core Functionalities Development</a:t>
            </a:r>
          </a:p>
          <a:p>
            <a:r>
              <a:rPr lang="en-US" i="1" dirty="0" smtClean="0"/>
              <a:t>Epic 3: Frontend Development</a:t>
            </a:r>
          </a:p>
          <a:p>
            <a:endParaRPr lang="en-US" i="1" dirty="0" smtClean="0"/>
          </a:p>
          <a:p>
            <a:r>
              <a:rPr lang="en-US" i="1" dirty="0" smtClean="0"/>
              <a:t>Epic 4: Testing and Deployment</a:t>
            </a:r>
          </a:p>
          <a:p>
            <a:endParaRPr lang="en-US" i="1" dirty="0" smtClean="0"/>
          </a:p>
          <a:p>
            <a:r>
              <a:rPr lang="en-US" i="1" dirty="0" smtClean="0"/>
              <a:t>Final Product: </a:t>
            </a:r>
            <a:r>
              <a:rPr lang="en-US" i="1" dirty="0" err="1" smtClean="0"/>
              <a:t>EduGenie</a:t>
            </a:r>
            <a:r>
              <a:rPr lang="en-US" i="1" dirty="0" smtClean="0"/>
              <a:t> AI Application</a:t>
            </a:r>
          </a:p>
          <a:p>
            <a:endParaRPr lang="en-US" i="1" dirty="0" smtClean="0"/>
          </a:p>
          <a:p>
            <a:r>
              <a:rPr lang="en-US" i="1" dirty="0" smtClean="0"/>
              <a:t>Expected Outcome: A functional AI-powered educational application that helps users ask questions and receive useful answers through Google Gemini.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00090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/>
              <a:t>Workflow Diagram </a:t>
            </a:r>
          </a:p>
          <a:p>
            <a:r>
              <a:rPr lang="en-US" sz="1100" b="1" dirty="0" smtClean="0"/>
              <a:t>   </a:t>
            </a:r>
            <a:endParaRPr lang="en-US" sz="800" b="1" dirty="0" smtClean="0"/>
          </a:p>
          <a:p>
            <a:r>
              <a:rPr lang="en-US" sz="800" dirty="0" smtClean="0"/>
              <a:t>    START   </a:t>
            </a:r>
          </a:p>
          <a:p>
            <a:r>
              <a:rPr lang="en-US" sz="800" dirty="0" smtClean="0"/>
              <a:t>        |        </a:t>
            </a:r>
          </a:p>
          <a:p>
            <a:r>
              <a:rPr lang="en-US" sz="800" dirty="0"/>
              <a:t> </a:t>
            </a:r>
            <a:r>
              <a:rPr lang="en-US" sz="800" dirty="0" smtClean="0"/>
              <a:t>       v   </a:t>
            </a:r>
          </a:p>
          <a:p>
            <a:r>
              <a:rPr lang="en-US" sz="800" dirty="0" smtClean="0"/>
              <a:t> Open Application   </a:t>
            </a:r>
          </a:p>
          <a:p>
            <a:r>
              <a:rPr lang="en-US" sz="800" dirty="0" smtClean="0"/>
              <a:t>       |         </a:t>
            </a:r>
          </a:p>
          <a:p>
            <a:r>
              <a:rPr lang="en-US" sz="800" dirty="0" smtClean="0"/>
              <a:t>      v  </a:t>
            </a:r>
          </a:p>
          <a:p>
            <a:r>
              <a:rPr lang="en-US" sz="800" dirty="0" smtClean="0"/>
              <a:t> Enter Question/Topic        </a:t>
            </a:r>
          </a:p>
          <a:p>
            <a:r>
              <a:rPr lang="en-US" sz="800" dirty="0" smtClean="0"/>
              <a:t>     |         </a:t>
            </a:r>
          </a:p>
          <a:p>
            <a:r>
              <a:rPr lang="en-US" sz="800" dirty="0" smtClean="0"/>
              <a:t>     v </a:t>
            </a:r>
          </a:p>
          <a:p>
            <a:r>
              <a:rPr lang="en-US" sz="800" dirty="0" smtClean="0"/>
              <a:t>  Process User Input     </a:t>
            </a:r>
          </a:p>
          <a:p>
            <a:r>
              <a:rPr lang="en-US" sz="800" dirty="0" smtClean="0"/>
              <a:t>     |         </a:t>
            </a:r>
          </a:p>
          <a:p>
            <a:r>
              <a:rPr lang="en-US" sz="800" dirty="0" smtClean="0"/>
              <a:t>     v </a:t>
            </a:r>
          </a:p>
          <a:p>
            <a:r>
              <a:rPr lang="en-US" sz="800" dirty="0" smtClean="0"/>
              <a:t> Connect to Gemini API       </a:t>
            </a:r>
          </a:p>
          <a:p>
            <a:r>
              <a:rPr lang="en-US" sz="800" dirty="0" smtClean="0"/>
              <a:t>     |       </a:t>
            </a:r>
          </a:p>
          <a:p>
            <a:r>
              <a:rPr lang="en-US" sz="800" dirty="0" smtClean="0"/>
              <a:t>     v </a:t>
            </a:r>
          </a:p>
          <a:p>
            <a:r>
              <a:rPr lang="en-US" sz="800" dirty="0" smtClean="0"/>
              <a:t>  Generate AI Response       </a:t>
            </a:r>
          </a:p>
          <a:p>
            <a:r>
              <a:rPr lang="en-US" sz="800" dirty="0" smtClean="0"/>
              <a:t>     |        </a:t>
            </a:r>
          </a:p>
          <a:p>
            <a:r>
              <a:rPr lang="en-US" sz="800" dirty="0" smtClean="0"/>
              <a:t>     v</a:t>
            </a:r>
          </a:p>
          <a:p>
            <a:r>
              <a:rPr lang="en-US" sz="800" dirty="0" smtClean="0"/>
              <a:t> Display Answer to Student     </a:t>
            </a:r>
          </a:p>
          <a:p>
            <a:r>
              <a:rPr lang="en-US" sz="800" dirty="0" smtClean="0"/>
              <a:t>     |     </a:t>
            </a:r>
          </a:p>
          <a:p>
            <a:r>
              <a:rPr lang="en-US" sz="800" dirty="0" smtClean="0"/>
              <a:t>     v</a:t>
            </a:r>
          </a:p>
          <a:p>
            <a:r>
              <a:rPr lang="en-US" sz="800" dirty="0" smtClean="0"/>
              <a:t> Save Learning History       (Optional) </a:t>
            </a:r>
          </a:p>
          <a:p>
            <a:endParaRPr lang="en-US" sz="800" dirty="0"/>
          </a:p>
          <a:p>
            <a:r>
              <a:rPr lang="en-US" sz="800" dirty="0" smtClean="0"/>
              <a:t>     |        </a:t>
            </a:r>
          </a:p>
          <a:p>
            <a:r>
              <a:rPr lang="en-US" sz="800" dirty="0" smtClean="0"/>
              <a:t>     v   </a:t>
            </a:r>
          </a:p>
          <a:p>
            <a:r>
              <a:rPr lang="en-US" sz="800" dirty="0" smtClean="0"/>
              <a:t>  Ask Another Question       </a:t>
            </a:r>
          </a:p>
          <a:p>
            <a:r>
              <a:rPr lang="en-US" sz="800" dirty="0" smtClean="0"/>
              <a:t>     |         </a:t>
            </a:r>
          </a:p>
          <a:p>
            <a:r>
              <a:rPr lang="en-US" sz="800" dirty="0" smtClean="0"/>
              <a:t>     v </a:t>
            </a:r>
          </a:p>
          <a:p>
            <a:r>
              <a:rPr lang="en-US" sz="800" dirty="0" smtClean="0"/>
              <a:t>     </a:t>
            </a:r>
          </a:p>
          <a:p>
            <a:r>
              <a:rPr lang="en-US" sz="800" dirty="0" smtClean="0"/>
              <a:t>   END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285750"/>
            <a:ext cx="8662988" cy="5786438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/>
              <a:t> </a:t>
            </a:r>
            <a:r>
              <a:rPr lang="en-US" sz="3300" i="1" dirty="0" smtClean="0"/>
              <a:t>Epic 1: Model Selection and Architecture</a:t>
            </a:r>
          </a:p>
          <a:p>
            <a:pPr>
              <a:buNone/>
            </a:pPr>
            <a:endParaRPr lang="en-US" i="1" dirty="0" smtClean="0"/>
          </a:p>
          <a:p>
            <a:r>
              <a:rPr lang="en-US" i="1" dirty="0" smtClean="0"/>
              <a:t>Objective: Select the AI model and design the system architecture.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Tasks: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Select Google Gemini as the AI model.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Design the system architecture.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Identify the required technologies and tools.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Plan communication between the frontend, backend, and AI model.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  </a:t>
            </a:r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428625"/>
            <a:ext cx="8432800" cy="592931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400" i="1" dirty="0" smtClean="0"/>
              <a:t>Epic 2: Core Functionalities Development</a:t>
            </a:r>
          </a:p>
          <a:p>
            <a:endParaRPr lang="en-US" i="1" dirty="0" smtClean="0"/>
          </a:p>
          <a:p>
            <a:r>
              <a:rPr lang="en-US" i="1" dirty="0" smtClean="0"/>
              <a:t>Objective: Develop the main features of the </a:t>
            </a:r>
            <a:r>
              <a:rPr lang="en-US" i="1" dirty="0" err="1" smtClean="0"/>
              <a:t>EduGenie</a:t>
            </a:r>
            <a:r>
              <a:rPr lang="en-US" i="1" dirty="0" smtClean="0"/>
              <a:t> application.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Tasks: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Integrate the Google Gemini API.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Develop AI-powered question-answering features.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Process user inputs.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Generate relevant responses using AI.</a:t>
            </a:r>
          </a:p>
          <a:p>
            <a:endParaRPr lang="en-US" i="1" dirty="0" smtClean="0"/>
          </a:p>
          <a:p>
            <a:pPr>
              <a:buNone/>
            </a:pPr>
            <a:r>
              <a:rPr lang="en-US" i="1" dirty="0" smtClean="0"/>
              <a:t>  * Handle errors and API failures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688" y="285728"/>
            <a:ext cx="8858312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smtClean="0"/>
              <a:t>           Epic 3: Frontend Development</a:t>
            </a:r>
          </a:p>
          <a:p>
            <a:endParaRPr lang="en-US" dirty="0" smtClean="0"/>
          </a:p>
          <a:p>
            <a:r>
              <a:rPr lang="en-US" i="1" dirty="0" smtClean="0"/>
              <a:t>Objective: Create an attractive and user-friendly interface.</a:t>
            </a:r>
          </a:p>
          <a:p>
            <a:endParaRPr lang="en-US" i="1" dirty="0" smtClean="0"/>
          </a:p>
          <a:p>
            <a:r>
              <a:rPr lang="en-US" i="1" dirty="0" smtClean="0"/>
              <a:t>Tasks:</a:t>
            </a:r>
          </a:p>
          <a:p>
            <a:endParaRPr lang="en-US" i="1" dirty="0" smtClean="0"/>
          </a:p>
          <a:p>
            <a:r>
              <a:rPr lang="en-US" i="1" dirty="0" smtClean="0"/>
              <a:t>* Develop the user interface using HTML, CSS, and JavaScript.</a:t>
            </a:r>
          </a:p>
          <a:p>
            <a:endParaRPr lang="en-US" i="1" dirty="0" smtClean="0"/>
          </a:p>
          <a:p>
            <a:r>
              <a:rPr lang="en-US" i="1" dirty="0" smtClean="0"/>
              <a:t>* Create input fields and buttons.</a:t>
            </a:r>
          </a:p>
          <a:p>
            <a:endParaRPr lang="en-US" i="1" dirty="0" smtClean="0"/>
          </a:p>
          <a:p>
            <a:r>
              <a:rPr lang="en-US" i="1" dirty="0" smtClean="0"/>
              <a:t>* Display AI-generated responses.</a:t>
            </a:r>
          </a:p>
          <a:p>
            <a:endParaRPr lang="en-US" i="1" dirty="0" smtClean="0"/>
          </a:p>
          <a:p>
            <a:r>
              <a:rPr lang="en-US" i="1" dirty="0" smtClean="0"/>
              <a:t>* Design a responsive layout for mobile and desktop devices.</a:t>
            </a:r>
          </a:p>
          <a:p>
            <a:endParaRPr lang="en-US" i="1" dirty="0" smtClean="0"/>
          </a:p>
          <a:p>
            <a:r>
              <a:rPr lang="en-US" i="1" dirty="0" smtClean="0"/>
              <a:t>* Improve the overall user experience.</a:t>
            </a:r>
          </a:p>
          <a:p>
            <a:endParaRPr lang="en-US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785813"/>
            <a:ext cx="8075613" cy="5572125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                      Epic 4: Testing and Deployment</a:t>
            </a:r>
          </a:p>
          <a:p>
            <a:endParaRPr lang="en-US" dirty="0" smtClean="0"/>
          </a:p>
          <a:p>
            <a:r>
              <a:rPr lang="en-US" i="1" dirty="0" smtClean="0"/>
              <a:t>Objective: Ensure the application works correctly and make it available to users.</a:t>
            </a:r>
          </a:p>
          <a:p>
            <a:endParaRPr lang="en-US" i="1" dirty="0" smtClean="0"/>
          </a:p>
          <a:p>
            <a:r>
              <a:rPr lang="en-US" i="1" dirty="0" smtClean="0"/>
              <a:t>Tasks:</a:t>
            </a:r>
          </a:p>
          <a:p>
            <a:endParaRPr lang="en-US" i="1" dirty="0" smtClean="0"/>
          </a:p>
          <a:p>
            <a:r>
              <a:rPr lang="en-US" i="1" dirty="0" smtClean="0"/>
              <a:t>* Test all application features.</a:t>
            </a:r>
          </a:p>
          <a:p>
            <a:endParaRPr lang="en-US" i="1" dirty="0" smtClean="0"/>
          </a:p>
          <a:p>
            <a:r>
              <a:rPr lang="en-US" i="1" dirty="0" smtClean="0"/>
              <a:t>* Identify and fix bugs.</a:t>
            </a:r>
          </a:p>
          <a:p>
            <a:endParaRPr lang="en-US" i="1" dirty="0" smtClean="0"/>
          </a:p>
          <a:p>
            <a:r>
              <a:rPr lang="en-US" i="1" dirty="0" smtClean="0"/>
              <a:t>* Check API integration.</a:t>
            </a:r>
          </a:p>
          <a:p>
            <a:endParaRPr lang="en-US" i="1" dirty="0" smtClean="0"/>
          </a:p>
          <a:p>
            <a:r>
              <a:rPr lang="en-US" i="1" dirty="0" smtClean="0"/>
              <a:t>* Test the application on different devices and browsers.</a:t>
            </a:r>
          </a:p>
          <a:p>
            <a:endParaRPr lang="en-US" i="1" dirty="0" smtClean="0"/>
          </a:p>
          <a:p>
            <a:r>
              <a:rPr lang="en-US" i="1" dirty="0" smtClean="0"/>
              <a:t>* Deploy the application to a suitable hosting platform.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214313" y="285750"/>
            <a:ext cx="8929687" cy="58848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400" dirty="0" smtClean="0"/>
              <a:t>Conclusion</a:t>
            </a:r>
          </a:p>
          <a:p>
            <a:pPr>
              <a:buNone/>
            </a:pPr>
            <a:endParaRPr lang="en-US" dirty="0" smtClean="0"/>
          </a:p>
          <a:p>
            <a:r>
              <a:rPr lang="en-US" i="1" dirty="0" err="1" smtClean="0"/>
              <a:t>EduGenie</a:t>
            </a:r>
            <a:r>
              <a:rPr lang="en-US" i="1" dirty="0" smtClean="0"/>
              <a:t> is an AI-powered application that uses Google Gemini to provide intelligent responses to user queries. It combines AI integration, frontend development, testing, and deployment to create a useful and user-friendly application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249</TotalTime>
  <Words>644</Words>
  <Application>Microsoft Office PowerPoint</Application>
  <PresentationFormat>On-screen Show (4:3)</PresentationFormat>
  <Paragraphs>153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GOOGLE GEMINI POWERED LEARNING ASSISTANT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GEMINI POWERED LEARNING ASSISTANT</dc:title>
  <dc:creator>Student</dc:creator>
  <cp:lastModifiedBy>Student</cp:lastModifiedBy>
  <cp:revision>20</cp:revision>
  <dcterms:created xsi:type="dcterms:W3CDTF">2026-10-15T04:18:52Z</dcterms:created>
  <dcterms:modified xsi:type="dcterms:W3CDTF">2026-10-15T08:35:22Z</dcterms:modified>
</cp:coreProperties>
</file>